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76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2065B-35E9-43BA-872D-2999ED8F2770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60D82-F48A-4041-9277-20473BEEEB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17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60D82-F48A-4041-9277-20473BEEEB4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99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761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20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76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77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035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38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08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64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23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69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48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562A8-5A18-4500-9595-BF5BCD20BA1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EBF1-8976-452A-B4B2-41DAD5C0EB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096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/>
          <p:cNvCxnSpPr/>
          <p:nvPr/>
        </p:nvCxnSpPr>
        <p:spPr>
          <a:xfrm flipV="1">
            <a:off x="0" y="357809"/>
            <a:ext cx="4114800" cy="26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4953000" y="357809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320" y="-149087"/>
            <a:ext cx="1157080" cy="1157080"/>
          </a:xfrm>
          <a:prstGeom prst="rect">
            <a:avLst/>
          </a:prstGeom>
        </p:spPr>
      </p:pic>
      <p:cxnSp>
        <p:nvCxnSpPr>
          <p:cNvPr id="17" name="Connecteur droit 16"/>
          <p:cNvCxnSpPr/>
          <p:nvPr/>
        </p:nvCxnSpPr>
        <p:spPr>
          <a:xfrm>
            <a:off x="4953000" y="6477000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>
            <a:off x="-38100" y="6477000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451" t="248014" r="24788" b="-266300"/>
          <a:stretch/>
        </p:blipFill>
        <p:spPr>
          <a:xfrm>
            <a:off x="3810000" y="6019800"/>
            <a:ext cx="1533525" cy="1085529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6019800"/>
            <a:ext cx="1695450" cy="98107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47700" y="1828800"/>
            <a:ext cx="8382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600" b="1" dirty="0" smtClean="0">
                <a:latin typeface="Times New Roman" pitchFamily="18" charset="0"/>
                <a:cs typeface="Times New Roman" pitchFamily="18" charset="0"/>
              </a:rPr>
              <a:t>Création d'un site web de gestion d'une salle de sport</a:t>
            </a:r>
            <a:endParaRPr lang="fr-FR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276600" y="2743200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FITNESS PRO</a:t>
            </a:r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28600" y="4544336"/>
            <a:ext cx="944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 smtClean="0">
                <a:latin typeface="Times New Roman" pitchFamily="18" charset="0"/>
                <a:cs typeface="Times New Roman" pitchFamily="18" charset="0"/>
              </a:rPr>
              <a:t>Realisé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600" dirty="0" err="1" smtClean="0">
                <a:latin typeface="Times New Roman" pitchFamily="18" charset="0"/>
                <a:cs typeface="Times New Roman" pitchFamily="18" charset="0"/>
              </a:rPr>
              <a:t>par:</a:t>
            </a:r>
            <a:r>
              <a:rPr lang="fr-FR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LAACHYR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FARAH      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Encadré par: 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FATIN CHEBAB   </a:t>
            </a:r>
            <a:r>
              <a:rPr lang="fr-FR" sz="1600" dirty="0" err="1" smtClean="0">
                <a:latin typeface="Times New Roman" pitchFamily="18" charset="0"/>
                <a:cs typeface="Times New Roman" pitchFamily="18" charset="0"/>
              </a:rPr>
              <a:t>Filiére</a:t>
            </a:r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fr-FR" sz="1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DEVELEPPEMENT WEB </a:t>
            </a:r>
            <a:endParaRPr lang="fr-FR" sz="1600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6248400" y="5948502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Anné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scolaire:</a:t>
            </a:r>
            <a:r>
              <a:rPr lang="fr-FR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2025/2026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5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457200" y="5334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SOMMAIRE</a:t>
            </a:r>
            <a:endParaRPr lang="fr-FR" sz="28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3400" y="1600200"/>
            <a:ext cx="33528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8200" y="3021496"/>
            <a:ext cx="33528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6800" y="4575313"/>
            <a:ext cx="32766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5181600" y="1600200"/>
            <a:ext cx="32766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Objectifs du projet</a:t>
            </a:r>
            <a:endParaRPr lang="fr-FR" b="1" dirty="0"/>
          </a:p>
        </p:txBody>
      </p:sp>
      <p:sp>
        <p:nvSpPr>
          <p:cNvPr id="16" name="Rectangle 15"/>
          <p:cNvSpPr/>
          <p:nvPr/>
        </p:nvSpPr>
        <p:spPr>
          <a:xfrm>
            <a:off x="5562600" y="3021496"/>
            <a:ext cx="33528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Conclusion</a:t>
            </a:r>
            <a:endParaRPr lang="fr-FR" b="1" dirty="0"/>
          </a:p>
        </p:txBody>
      </p:sp>
      <p:sp>
        <p:nvSpPr>
          <p:cNvPr id="17" name="Rectangle 16"/>
          <p:cNvSpPr/>
          <p:nvPr/>
        </p:nvSpPr>
        <p:spPr>
          <a:xfrm>
            <a:off x="5715000" y="4648200"/>
            <a:ext cx="3276600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609600" y="18288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Introduction et problématique</a:t>
            </a:r>
            <a:endParaRPr lang="fr-FR" b="1" dirty="0"/>
          </a:p>
        </p:txBody>
      </p:sp>
      <p:sp>
        <p:nvSpPr>
          <p:cNvPr id="19" name="ZoneTexte 18"/>
          <p:cNvSpPr txBox="1"/>
          <p:nvPr/>
        </p:nvSpPr>
        <p:spPr>
          <a:xfrm>
            <a:off x="990600" y="329403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Conception et Base de données</a:t>
            </a:r>
            <a:endParaRPr lang="fr-FR" b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1179443" y="4847847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Charte graphique et Maquette</a:t>
            </a:r>
            <a:endParaRPr lang="fr-FR" b="1" dirty="0"/>
          </a:p>
        </p:txBody>
      </p:sp>
      <p:sp>
        <p:nvSpPr>
          <p:cNvPr id="22" name="ZoneTexte 21"/>
          <p:cNvSpPr txBox="1"/>
          <p:nvPr/>
        </p:nvSpPr>
        <p:spPr>
          <a:xfrm>
            <a:off x="5791200" y="4920734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/>
              <a:t>Difficultés rencontrées et solutions</a:t>
            </a:r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880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533400" y="457200"/>
            <a:ext cx="4343400" cy="9144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00540" y="694204"/>
            <a:ext cx="40386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 Introduction et problématique</a:t>
            </a:r>
          </a:p>
          <a:p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733840" y="1879941"/>
            <a:ext cx="84101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Introduction</a:t>
            </a:r>
          </a:p>
          <a:p>
            <a:r>
              <a:rPr lang="fr-FR" dirty="0" smtClean="0"/>
              <a:t>Le développement des technologies numériques a transformé plusieurs secteurs, notamment celui du fitness. Dans ce contexte, le projet </a:t>
            </a:r>
            <a:r>
              <a:rPr lang="fr-FR" b="1" dirty="0" smtClean="0"/>
              <a:t>Fitness Pro</a:t>
            </a:r>
            <a:r>
              <a:rPr lang="fr-FR" dirty="0" smtClean="0"/>
              <a:t> a été conçu pour faciliter la gestion d'une salle de sport grâce à une application web.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b="1" dirty="0" smtClean="0"/>
              <a:t>Problématique</a:t>
            </a:r>
          </a:p>
          <a:p>
            <a:r>
              <a:rPr lang="fr-FR" dirty="0" smtClean="0"/>
              <a:t>Comment simplifier la gestion des abonnements, des </a:t>
            </a:r>
            <a:r>
              <a:rPr lang="fr-FR" dirty="0" err="1" smtClean="0"/>
              <a:t>coachs</a:t>
            </a:r>
            <a:r>
              <a:rPr lang="fr-FR" dirty="0" smtClean="0"/>
              <a:t> et des équipements à l'aide d'une application web moderne ?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140" y="3276600"/>
            <a:ext cx="3682047" cy="198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784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81000" y="304800"/>
            <a:ext cx="4800600" cy="9144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</a:rPr>
              <a:t>Objectifs du projet</a:t>
            </a:r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2045867"/>
            <a:ext cx="51816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Objectif général</a:t>
            </a:r>
          </a:p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Concevoir et développer une application web de gestion d'une salle de sport permettant d'améliorer l'organisation des activités et de faciliter l'administration des abonnements, des </a:t>
            </a:r>
            <a:r>
              <a:rPr lang="fr-FR" sz="2000" dirty="0" err="1" smtClean="0">
                <a:latin typeface="Times New Roman" pitchFamily="18" charset="0"/>
                <a:cs typeface="Times New Roman" pitchFamily="18" charset="0"/>
              </a:rPr>
              <a:t>coachs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et des équipements.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36432" y="3997693"/>
            <a:ext cx="4572000" cy="23698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Objectifs spécifiques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Gérer les abonnements.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Gérer les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coachs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Gérer les équipements.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Centraliser les données.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Faciliter l'administration.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83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81000" y="304800"/>
            <a:ext cx="5257800" cy="9144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 </a:t>
            </a:r>
            <a:r>
              <a:rPr lang="fr-FR" sz="2400" b="1" dirty="0" smtClean="0">
                <a:solidFill>
                  <a:schemeClr val="tx1"/>
                </a:solidFill>
              </a:rPr>
              <a:t>Conception et Base de données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24000"/>
            <a:ext cx="7010400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2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81000" y="304800"/>
            <a:ext cx="5257800" cy="9144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Charte graphique et Maquette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7" t="14211" r="36273" b="23780"/>
          <a:stretch/>
        </p:blipFill>
        <p:spPr>
          <a:xfrm>
            <a:off x="0" y="1747786"/>
            <a:ext cx="3505200" cy="510199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670853" y="1463399"/>
            <a:ext cx="3473147" cy="250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4085924" y="4576887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smtClean="0"/>
              <a:t>Description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L'identité visuelle de Fitness Pro repose sur des couleurs modernes et une interface simple. La maquette Desktop a été réalisée afin d'offrir une navigation claire et intuitive.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5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99448" y="295174"/>
            <a:ext cx="5010752" cy="9144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Réalisation du projet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9501" y="1828800"/>
            <a:ext cx="43810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Technologies utilisées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HTML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CSS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JavaScript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PHP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MySQL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8548" y="4658627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Fonctionnalités développées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Gestion des abonnements.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Gestion des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coachs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Gestion des équipements. </a:t>
            </a:r>
          </a:p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Administration des données.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54" y="1763027"/>
            <a:ext cx="4560146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741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405865" y="277527"/>
            <a:ext cx="3785135" cy="9144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fr-FR" sz="2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Conclution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8719" y="2209800"/>
            <a:ext cx="7239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Le projet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Fitness Pro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a permis de développer une application web dédiée à la gestion d'une salle de sport.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L'application facilite la gestion des abonnements, des </a:t>
            </a:r>
            <a:r>
              <a:rPr lang="fr-FR" sz="2400" dirty="0" err="1" smtClean="0">
                <a:latin typeface="Times New Roman" pitchFamily="18" charset="0"/>
                <a:cs typeface="Times New Roman" pitchFamily="18" charset="0"/>
              </a:rPr>
              <a:t>coachs</a:t>
            </a: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et des équipements grâce à une interface simple et intuitive.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Ce projet nous a permis de mettre en pratique les connaissances acquises en développement web et en conception de bases de données.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 Il représente une expérience enrichissante et une base pour de futures améliorations.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23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1524000"/>
            <a:ext cx="806374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Merci de votre attention</a:t>
            </a:r>
          </a:p>
          <a:p>
            <a:pPr algn="ctr"/>
            <a:r>
              <a:rPr lang="fr-FR" sz="36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Merci pour votre écoute et votre intérêt.</a:t>
            </a:r>
            <a:endParaRPr lang="fr-FR" sz="3600" b="1" dirty="0">
              <a:solidFill>
                <a:schemeClr val="accent5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05000" y="3352800"/>
            <a:ext cx="572073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b="1" dirty="0" smtClean="0"/>
              <a:t>Avez-vous des questions ?</a:t>
            </a:r>
            <a:endParaRPr lang="fr-FR" sz="4000" b="1" dirty="0"/>
          </a:p>
        </p:txBody>
      </p:sp>
    </p:spTree>
    <p:extLst>
      <p:ext uri="{BB962C8B-B14F-4D97-AF65-F5344CB8AC3E}">
        <p14:creationId xmlns:p14="http://schemas.microsoft.com/office/powerpoint/2010/main" val="315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336</Words>
  <Application>Microsoft Office PowerPoint</Application>
  <PresentationFormat>Affichage à l'écran (4:3)</PresentationFormat>
  <Paragraphs>58</Paragraphs>
  <Slides>9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Solicode</dc:creator>
  <cp:lastModifiedBy>Solicode</cp:lastModifiedBy>
  <cp:revision>11</cp:revision>
  <dcterms:created xsi:type="dcterms:W3CDTF">2026-06-11T07:51:35Z</dcterms:created>
  <dcterms:modified xsi:type="dcterms:W3CDTF">2026-06-11T10:06:24Z</dcterms:modified>
</cp:coreProperties>
</file>