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5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rah laachyr" initials="fl" lastIdx="1" clrIdx="0">
    <p:extLst>
      <p:ext uri="{19B8F6BF-5375-455C-9EA6-DF929625EA0E}">
        <p15:presenceInfo xmlns:p15="http://schemas.microsoft.com/office/powerpoint/2012/main" xmlns="" userId="66171113b3baacd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>
        <p:scale>
          <a:sx n="71" d="100"/>
          <a:sy n="71" d="100"/>
        </p:scale>
        <p:origin x="-112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2065B-35E9-43BA-872D-2999ED8F2770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60D82-F48A-4041-9277-20473BEEEB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17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60D82-F48A-4041-9277-20473BEEEB4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99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761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20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76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77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035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38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08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64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23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69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48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562A8-5A18-4500-9595-BF5BCD20BA1F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96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xmlns="" id="{AFE529E1-6EF8-A27E-E188-C74DA07C7E5C}"/>
              </a:ext>
            </a:extLst>
          </p:cNvPr>
          <p:cNvCxnSpPr/>
          <p:nvPr/>
        </p:nvCxnSpPr>
        <p:spPr>
          <a:xfrm flipV="1">
            <a:off x="0" y="357809"/>
            <a:ext cx="4114800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xmlns="" id="{F395B253-CE35-35DC-5502-92EA5783B927}"/>
              </a:ext>
            </a:extLst>
          </p:cNvPr>
          <p:cNvCxnSpPr/>
          <p:nvPr/>
        </p:nvCxnSpPr>
        <p:spPr>
          <a:xfrm>
            <a:off x="4953000" y="357809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1BE28F1F-6556-3AF5-78B6-DF19A944B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320" y="-149087"/>
            <a:ext cx="1157080" cy="115708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xmlns="" id="{187C4AB5-5163-B216-68B9-198F383F1DBD}"/>
              </a:ext>
            </a:extLst>
          </p:cNvPr>
          <p:cNvCxnSpPr/>
          <p:nvPr/>
        </p:nvCxnSpPr>
        <p:spPr>
          <a:xfrm>
            <a:off x="4953000" y="6477000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xmlns="" id="{8391D8AE-3458-74B7-543B-DBD9797EDBEE}"/>
              </a:ext>
            </a:extLst>
          </p:cNvPr>
          <p:cNvCxnSpPr/>
          <p:nvPr/>
        </p:nvCxnSpPr>
        <p:spPr>
          <a:xfrm>
            <a:off x="-38100" y="6477000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CB7CEC1C-F6A9-013B-EE0C-08DBE3EFEE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451" t="248014" r="24788" b="-266300"/>
          <a:stretch/>
        </p:blipFill>
        <p:spPr>
          <a:xfrm>
            <a:off x="3810000" y="6019800"/>
            <a:ext cx="1533525" cy="108552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48C75F47-C45E-685B-D357-39AA8D00F3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72"/>
          <a:stretch>
            <a:fillRect/>
          </a:stretch>
        </p:blipFill>
        <p:spPr>
          <a:xfrm>
            <a:off x="3838575" y="6152058"/>
            <a:ext cx="1533525" cy="4105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0E8F808-58E3-BB95-CD98-E9B8169F856D}"/>
              </a:ext>
            </a:extLst>
          </p:cNvPr>
          <p:cNvSpPr/>
          <p:nvPr/>
        </p:nvSpPr>
        <p:spPr>
          <a:xfrm>
            <a:off x="914400" y="2490699"/>
            <a:ext cx="838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itchFamily="18" charset="0"/>
              </a:rPr>
              <a:t>Création d'un site web de gestion d'une salle de sport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55B1F2C1-903F-E484-BF1E-805D3105CCED}"/>
              </a:ext>
            </a:extLst>
          </p:cNvPr>
          <p:cNvSpPr txBox="1"/>
          <p:nvPr/>
        </p:nvSpPr>
        <p:spPr>
          <a:xfrm>
            <a:off x="3043237" y="3064289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FITNESS PRO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D4B37196-667F-F71E-28BE-E157F1FFF954}"/>
              </a:ext>
            </a:extLst>
          </p:cNvPr>
          <p:cNvSpPr txBox="1"/>
          <p:nvPr/>
        </p:nvSpPr>
        <p:spPr>
          <a:xfrm>
            <a:off x="228600" y="4544336"/>
            <a:ext cx="944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itchFamily="18" charset="0"/>
              </a:rPr>
              <a:t>Réalisée par: LAACHYR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FARAH      </a:t>
            </a:r>
            <a:r>
              <a:rPr lang="fr-FR" sz="1600" dirty="0">
                <a:latin typeface="Times New Roman" panose="02020603050405020304" pitchFamily="18" charset="0"/>
                <a:cs typeface="Times New Roman" pitchFamily="18" charset="0"/>
              </a:rPr>
              <a:t>Encadré par: 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FATIN CHEBAB   </a:t>
            </a:r>
            <a:r>
              <a:rPr lang="fr-FR" sz="1600" dirty="0">
                <a:latin typeface="Times New Roman" panose="02020603050405020304" pitchFamily="18" charset="0"/>
                <a:cs typeface="Times New Roman" pitchFamily="18" charset="0"/>
              </a:rPr>
              <a:t>Filière: 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DEVELEPPEMENT WEB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B9836A32-06E4-5D64-5F3D-D2C322F1B287}"/>
              </a:ext>
            </a:extLst>
          </p:cNvPr>
          <p:cNvSpPr txBox="1"/>
          <p:nvPr/>
        </p:nvSpPr>
        <p:spPr>
          <a:xfrm>
            <a:off x="6248400" y="594850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Times New Roman" panose="02020603050405020304" pitchFamily="18" charset="0"/>
                <a:cs typeface="Times New Roman" pitchFamily="18" charset="0"/>
              </a:rPr>
              <a:t>Anné</a:t>
            </a:r>
            <a:r>
              <a:rPr lang="fr-FR" dirty="0">
                <a:latin typeface="Times New Roman" panose="02020603050405020304" pitchFamily="18" charset="0"/>
                <a:cs typeface="Times New Roman" pitchFamily="18" charset="0"/>
              </a:rPr>
              <a:t> scolaire:</a:t>
            </a:r>
            <a:r>
              <a:rPr lang="fr-FR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2025/2026</a:t>
            </a:r>
            <a:endParaRPr lang="fr-FR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552B5C2-B4B0-C71C-AEB6-766DA390D880}"/>
              </a:ext>
            </a:extLst>
          </p:cNvPr>
          <p:cNvSpPr/>
          <p:nvPr/>
        </p:nvSpPr>
        <p:spPr>
          <a:xfrm>
            <a:off x="152400" y="1226094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itchFamily="18" charset="0"/>
              </a:rPr>
              <a:t>Projet de fin d’études </a:t>
            </a:r>
          </a:p>
          <a:p>
            <a:pPr algn="ctr"/>
            <a:r>
              <a:rPr lang="fr-FR" sz="2400" u="sng" dirty="0">
                <a:latin typeface="Times New Roman" panose="02020603050405020304" pitchFamily="18" charset="0"/>
                <a:cs typeface="Times New Roman" pitchFamily="18" charset="0"/>
              </a:rPr>
              <a:t>Intitulé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B4B4E4A1-0BB5-94E2-22E7-DBE90B7CB829}"/>
              </a:ext>
            </a:extLst>
          </p:cNvPr>
          <p:cNvSpPr txBox="1"/>
          <p:nvPr/>
        </p:nvSpPr>
        <p:spPr>
          <a:xfrm>
            <a:off x="754960" y="2332343"/>
            <a:ext cx="7543800" cy="1643538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Left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01" name="TitreSommaire"/>
          <p:cNvSpPr/>
          <p:nvPr/>
        </p:nvSpPr>
        <p:spPr>
          <a:xfrm>
            <a:off x="0" y="2600000"/>
            <a:ext cx="3200400" cy="6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fr-FR" sz="3600" b="1" dirty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102" name="AccentLine"/>
          <p:cNvSpPr/>
          <p:nvPr/>
        </p:nvSpPr>
        <p:spPr>
          <a:xfrm>
            <a:off x="1143000" y="3250000"/>
            <a:ext cx="914400" cy="76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Num1"/>
          <p:cNvSpPr/>
          <p:nvPr/>
        </p:nvSpPr>
        <p:spPr>
          <a:xfrm>
            <a:off x="3505200" y="4572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1" name="Txt1"/>
          <p:cNvSpPr/>
          <p:nvPr/>
        </p:nvSpPr>
        <p:spPr>
          <a:xfrm>
            <a:off x="4114800" y="457200"/>
            <a:ext cx="47244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 lIns="182880" anchor="ctr"/>
          <a:lstStyle/>
          <a:p>
            <a:r>
              <a:rPr lang="fr-FR" sz="1500" b="1" dirty="0">
                <a:solidFill>
                  <a:srgbClr val="1E2B5E"/>
                </a:solidFill>
                <a:latin typeface="Calibri"/>
              </a:rPr>
              <a:t>Introduction , problématique et solution</a:t>
            </a:r>
          </a:p>
        </p:txBody>
      </p:sp>
      <p:sp>
        <p:nvSpPr>
          <p:cNvPr id="202" name="Num2"/>
          <p:cNvSpPr/>
          <p:nvPr/>
        </p:nvSpPr>
        <p:spPr>
          <a:xfrm>
            <a:off x="3505200" y="1066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3" name="Txt2"/>
          <p:cNvSpPr/>
          <p:nvPr/>
        </p:nvSpPr>
        <p:spPr>
          <a:xfrm>
            <a:off x="4114800" y="1066800"/>
            <a:ext cx="472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0" anchor="ctr"/>
          <a:lstStyle/>
          <a:p>
            <a:r>
              <a:rPr lang="fr-FR" sz="1500" b="1" dirty="0">
                <a:solidFill>
                  <a:srgbClr val="1E2B5E"/>
                </a:solidFill>
                <a:latin typeface="Calibri"/>
              </a:rPr>
              <a:t>Objectifs du projet</a:t>
            </a:r>
          </a:p>
        </p:txBody>
      </p:sp>
      <p:sp>
        <p:nvSpPr>
          <p:cNvPr id="204" name="Num3"/>
          <p:cNvSpPr/>
          <p:nvPr/>
        </p:nvSpPr>
        <p:spPr>
          <a:xfrm>
            <a:off x="3505200" y="1676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5" name="Txt3"/>
          <p:cNvSpPr/>
          <p:nvPr/>
        </p:nvSpPr>
        <p:spPr>
          <a:xfrm>
            <a:off x="4114800" y="1676400"/>
            <a:ext cx="47244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 lIns="182880" anchor="ctr"/>
          <a:lstStyle/>
          <a:p>
            <a:r>
              <a:rPr lang="en-US" sz="1500" b="1" dirty="0" err="1">
                <a:solidFill>
                  <a:srgbClr val="1E2B5E"/>
                </a:solidFill>
                <a:latin typeface="Calibri"/>
              </a:rPr>
              <a:t>Diagramme</a:t>
            </a:r>
            <a:r>
              <a:rPr lang="en-US" sz="1500" b="1" dirty="0">
                <a:solidFill>
                  <a:srgbClr val="1E2B5E"/>
                </a:solidFill>
                <a:latin typeface="Calibri"/>
              </a:rPr>
              <a:t> de </a:t>
            </a:r>
            <a:r>
              <a:rPr lang="en-US" sz="1500" b="1" dirty="0" err="1">
                <a:solidFill>
                  <a:srgbClr val="1E2B5E"/>
                </a:solidFill>
                <a:latin typeface="Calibri"/>
              </a:rPr>
              <a:t>cas</a:t>
            </a:r>
            <a:r>
              <a:rPr lang="en-US" sz="1500" b="1" dirty="0">
                <a:solidFill>
                  <a:srgbClr val="1E2B5E"/>
                </a:solidFill>
                <a:latin typeface="Calibri"/>
              </a:rPr>
              <a:t> </a:t>
            </a:r>
            <a:r>
              <a:rPr lang="en-US" sz="1500" b="1" dirty="0" err="1">
                <a:solidFill>
                  <a:srgbClr val="1E2B5E"/>
                </a:solidFill>
                <a:latin typeface="Calibri"/>
              </a:rPr>
              <a:t>d'utilisation</a:t>
            </a:r>
            <a:endParaRPr lang="fr-FR" sz="1500" b="1" dirty="0">
              <a:solidFill>
                <a:srgbClr val="1E2B5E"/>
              </a:solidFill>
              <a:latin typeface="Calibri"/>
            </a:endParaRPr>
          </a:p>
        </p:txBody>
      </p:sp>
      <p:sp>
        <p:nvSpPr>
          <p:cNvPr id="206" name="Num4"/>
          <p:cNvSpPr/>
          <p:nvPr/>
        </p:nvSpPr>
        <p:spPr>
          <a:xfrm>
            <a:off x="3505200" y="22860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7" name="Txt4"/>
          <p:cNvSpPr/>
          <p:nvPr/>
        </p:nvSpPr>
        <p:spPr>
          <a:xfrm>
            <a:off x="4114800" y="2286000"/>
            <a:ext cx="472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0" anchor="ctr"/>
          <a:lstStyle/>
          <a:p>
            <a:r>
              <a:rPr lang="fr-FR" sz="1500" b="1" dirty="0">
                <a:solidFill>
                  <a:srgbClr val="1E2B5E"/>
                </a:solidFill>
                <a:latin typeface="Calibri"/>
              </a:rPr>
              <a:t>Conception et Base de données</a:t>
            </a:r>
          </a:p>
        </p:txBody>
      </p:sp>
      <p:sp>
        <p:nvSpPr>
          <p:cNvPr id="208" name="Num5"/>
          <p:cNvSpPr/>
          <p:nvPr/>
        </p:nvSpPr>
        <p:spPr>
          <a:xfrm>
            <a:off x="3505200" y="28956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9" name="Txt5"/>
          <p:cNvSpPr/>
          <p:nvPr/>
        </p:nvSpPr>
        <p:spPr>
          <a:xfrm>
            <a:off x="4114800" y="2895600"/>
            <a:ext cx="47244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 lIns="182880" anchor="ctr"/>
          <a:lstStyle/>
          <a:p>
            <a:r>
              <a:rPr lang="en-US" sz="1500" b="1" dirty="0" err="1">
                <a:solidFill>
                  <a:srgbClr val="1E2B5E"/>
                </a:solidFill>
                <a:latin typeface="Calibri"/>
              </a:rPr>
              <a:t>Charte</a:t>
            </a:r>
            <a:r>
              <a:rPr lang="en-US" sz="1500" b="1" dirty="0">
                <a:solidFill>
                  <a:srgbClr val="1E2B5E"/>
                </a:solidFill>
                <a:latin typeface="Calibri"/>
              </a:rPr>
              <a:t> </a:t>
            </a:r>
            <a:r>
              <a:rPr lang="en-US" sz="1500" b="1" dirty="0" err="1">
                <a:solidFill>
                  <a:srgbClr val="1E2B5E"/>
                </a:solidFill>
                <a:latin typeface="Calibri"/>
              </a:rPr>
              <a:t>graphique</a:t>
            </a:r>
            <a:r>
              <a:rPr lang="en-US" sz="1500" b="1" dirty="0">
                <a:solidFill>
                  <a:srgbClr val="1E2B5E"/>
                </a:solidFill>
                <a:latin typeface="Calibri"/>
              </a:rPr>
              <a:t> et Maquette</a:t>
            </a:r>
            <a:endParaRPr lang="fr-FR" sz="1500" b="1" dirty="0">
              <a:solidFill>
                <a:srgbClr val="1E2B5E"/>
              </a:solidFill>
              <a:latin typeface="Calibri"/>
            </a:endParaRPr>
          </a:p>
        </p:txBody>
      </p:sp>
      <p:sp>
        <p:nvSpPr>
          <p:cNvPr id="210" name="Num6"/>
          <p:cNvSpPr/>
          <p:nvPr/>
        </p:nvSpPr>
        <p:spPr>
          <a:xfrm>
            <a:off x="3505200" y="35052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1" name="Txt6"/>
          <p:cNvSpPr/>
          <p:nvPr/>
        </p:nvSpPr>
        <p:spPr>
          <a:xfrm>
            <a:off x="4114800" y="3505200"/>
            <a:ext cx="4724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0" anchor="ctr"/>
          <a:lstStyle/>
          <a:p>
            <a:r>
              <a:rPr lang="en-US" sz="1500" b="1" dirty="0" err="1">
                <a:solidFill>
                  <a:srgbClr val="1E2B5E"/>
                </a:solidFill>
                <a:latin typeface="Calibri"/>
              </a:rPr>
              <a:t>Réalisation</a:t>
            </a:r>
            <a:endParaRPr lang="fr-FR" sz="1500" b="1" dirty="0">
              <a:solidFill>
                <a:srgbClr val="1E2B5E"/>
              </a:solidFill>
              <a:latin typeface="Calibri"/>
            </a:endParaRPr>
          </a:p>
        </p:txBody>
      </p:sp>
      <p:sp>
        <p:nvSpPr>
          <p:cNvPr id="212" name="Num7"/>
          <p:cNvSpPr/>
          <p:nvPr/>
        </p:nvSpPr>
        <p:spPr>
          <a:xfrm>
            <a:off x="3505200" y="4114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3" name="Txt7"/>
          <p:cNvSpPr/>
          <p:nvPr/>
        </p:nvSpPr>
        <p:spPr>
          <a:xfrm>
            <a:off x="4106944" y="4114800"/>
            <a:ext cx="47244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 lIns="182880" anchor="ctr"/>
          <a:lstStyle/>
          <a:p>
            <a:r>
              <a:rPr lang="en-US" sz="1500" b="1" dirty="0">
                <a:solidFill>
                  <a:srgbClr val="1E2B5E"/>
                </a:solidFill>
                <a:latin typeface="Calibri"/>
              </a:rPr>
              <a:t>Conclusion </a:t>
            </a:r>
            <a:endParaRPr lang="fr-FR" sz="1500" b="1" dirty="0">
              <a:solidFill>
                <a:srgbClr val="1E2B5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BgRect"/>
          <p:cNvSpPr/>
          <p:nvPr/>
        </p:nvSpPr>
        <p:spPr>
          <a:xfrm>
            <a:off x="-93483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Chevron 3"/>
          <p:cNvSpPr/>
          <p:nvPr/>
        </p:nvSpPr>
        <p:spPr>
          <a:xfrm>
            <a:off x="533400" y="457200"/>
            <a:ext cx="4724400" cy="914400"/>
          </a:xfrm>
          <a:prstGeom prst="chevron">
            <a:avLst/>
          </a:prstGeom>
          <a:solidFill>
            <a:srgbClr val="E9EF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00540" y="694204"/>
            <a:ext cx="501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 Introduction , problématique et solution</a:t>
            </a:r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9D570A33-BE99-A0B8-D472-5733729697E9}"/>
              </a:ext>
            </a:extLst>
          </p:cNvPr>
          <p:cNvSpPr txBox="1"/>
          <p:nvPr/>
        </p:nvSpPr>
        <p:spPr>
          <a:xfrm>
            <a:off x="570715" y="1731668"/>
            <a:ext cx="3505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Introduction</a:t>
            </a:r>
          </a:p>
          <a:p>
            <a:r>
              <a:rPr lang="fr-FR" dirty="0"/>
              <a:t>La transformation numérique a révolutionné le secteur du fitness en offrant des solutions modernes pour améliorer la gestion des salles de sport.</a:t>
            </a:r>
          </a:p>
          <a:p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61CDF923-CF5F-A69F-87E3-22B994C5FAB1}"/>
              </a:ext>
            </a:extLst>
          </p:cNvPr>
          <p:cNvSpPr txBox="1"/>
          <p:nvPr/>
        </p:nvSpPr>
        <p:spPr>
          <a:xfrm>
            <a:off x="5181600" y="3085237"/>
            <a:ext cx="350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Problématique</a:t>
            </a:r>
          </a:p>
          <a:p>
            <a:r>
              <a:rPr lang="fr-FR" dirty="0"/>
              <a:t>Comment optimiser la gestion d'une salle de sport tout en facilitant l'accès aux services proposés ?</a:t>
            </a:r>
          </a:p>
          <a:p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C1A58CF3-EA5C-F7E1-EE85-B86381A29EF4}"/>
              </a:ext>
            </a:extLst>
          </p:cNvPr>
          <p:cNvSpPr txBox="1"/>
          <p:nvPr/>
        </p:nvSpPr>
        <p:spPr>
          <a:xfrm>
            <a:off x="602138" y="3962400"/>
            <a:ext cx="304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</a:t>
            </a:r>
          </a:p>
          <a:p>
            <a:r>
              <a:rPr lang="fr-FR" b="1" dirty="0"/>
              <a:t>Fitness Pro</a:t>
            </a:r>
            <a:r>
              <a:rPr lang="fr-FR" dirty="0"/>
              <a:t> est une application web qui permet de gérer les abonnements, les coachs et les équipements à travers une interface simple, moderne et intuitive.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84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81000" y="304800"/>
            <a:ext cx="5257800" cy="914400"/>
          </a:xfrm>
          <a:prstGeom prst="chevron">
            <a:avLst/>
          </a:prstGeom>
          <a:solidFill>
            <a:srgbClr val="E9EF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1E2B5E"/>
                </a:solidFill>
              </a:rPr>
              <a:t>Diagramme</a:t>
            </a:r>
            <a:r>
              <a:rPr lang="en-US" sz="2400" b="1" dirty="0">
                <a:solidFill>
                  <a:srgbClr val="1E2B5E"/>
                </a:solidFill>
              </a:rPr>
              <a:t> de </a:t>
            </a:r>
            <a:r>
              <a:rPr lang="en-US" sz="2400" b="1" dirty="0" err="1">
                <a:solidFill>
                  <a:srgbClr val="1E2B5E"/>
                </a:solidFill>
              </a:rPr>
              <a:t>cas</a:t>
            </a:r>
            <a:r>
              <a:rPr lang="en-US" sz="2400" b="1" dirty="0">
                <a:solidFill>
                  <a:srgbClr val="1E2B5E"/>
                </a:solidFill>
              </a:rPr>
              <a:t> </a:t>
            </a:r>
            <a:r>
              <a:rPr lang="en-US" sz="2400" b="1" dirty="0" err="1">
                <a:solidFill>
                  <a:srgbClr val="1E2B5E"/>
                </a:solidFill>
              </a:rPr>
              <a:t>d'utilisation</a:t>
            </a:r>
            <a:endParaRPr lang="fr-FR" sz="2400" b="1" dirty="0">
              <a:solidFill>
                <a:srgbClr val="1E2B5E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1600" y="1524000"/>
            <a:ext cx="70104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2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BgRec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" name="Chevron 3"/>
          <p:cNvSpPr/>
          <p:nvPr/>
        </p:nvSpPr>
        <p:spPr>
          <a:xfrm>
            <a:off x="381000" y="304800"/>
            <a:ext cx="5257800" cy="914400"/>
          </a:xfrm>
          <a:prstGeom prst="chevron">
            <a:avLst/>
          </a:prstGeom>
          <a:solidFill>
            <a:srgbClr val="E9EF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1E2B5E"/>
                </a:solidFill>
              </a:rPr>
              <a:t> Conception et Base de données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xmlns="" id="{A8FF2421-976C-19B6-EFCB-6CFCC6710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400"/>
            <a:ext cx="9067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5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evron 3">
            <a:extLst>
              <a:ext uri="{FF2B5EF4-FFF2-40B4-BE49-F238E27FC236}">
                <a16:creationId xmlns:a16="http://schemas.microsoft.com/office/drawing/2014/main" xmlns="" id="{6DDCDF62-7B53-69B0-D4B8-4D08EB6663C7}"/>
              </a:ext>
            </a:extLst>
          </p:cNvPr>
          <p:cNvSpPr/>
          <p:nvPr/>
        </p:nvSpPr>
        <p:spPr>
          <a:xfrm>
            <a:off x="304800" y="305617"/>
            <a:ext cx="4956313" cy="874902"/>
          </a:xfrm>
          <a:prstGeom prst="chevron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xmlns="" id="{22324EB6-A5D8-2340-DB7D-95C2414E96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07" t="14211" r="36273" b="23780"/>
          <a:stretch/>
        </p:blipFill>
        <p:spPr>
          <a:xfrm>
            <a:off x="14926" y="1975600"/>
            <a:ext cx="3353793" cy="4881614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xmlns="" id="{467DBB39-6905-14A6-3397-9797CE516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05950" y="1524000"/>
            <a:ext cx="3323124" cy="2398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251DEA-7C6C-ABE3-206A-FF88F18D2936}"/>
              </a:ext>
            </a:extLst>
          </p:cNvPr>
          <p:cNvSpPr/>
          <p:nvPr/>
        </p:nvSpPr>
        <p:spPr>
          <a:xfrm>
            <a:off x="4495800" y="4800600"/>
            <a:ext cx="43098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Description</a:t>
            </a:r>
          </a:p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L'identité visuelle de Fitness Pro repose sur des couleurs modernes et une interface simple. La maquette Desktop a été réalisée afin d'offrir une navigation claire et intuitive.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C29D52EB-1247-255A-52D1-6AA59519E7E0}"/>
              </a:ext>
            </a:extLst>
          </p:cNvPr>
          <p:cNvSpPr txBox="1"/>
          <p:nvPr/>
        </p:nvSpPr>
        <p:spPr>
          <a:xfrm>
            <a:off x="990600" y="54707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Charte graphique et Maquette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BgRec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hevron 3"/>
          <p:cNvSpPr/>
          <p:nvPr/>
        </p:nvSpPr>
        <p:spPr>
          <a:xfrm>
            <a:off x="403004" y="287876"/>
            <a:ext cx="4782152" cy="914400"/>
          </a:xfrm>
          <a:prstGeom prst="chevron">
            <a:avLst/>
          </a:prstGeom>
          <a:solidFill>
            <a:srgbClr val="E9EF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Réalisation </a:t>
            </a:r>
            <a:endParaRPr lang="fr-FR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9501" y="1828800"/>
            <a:ext cx="43810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Technologies utilisées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HTML 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CSS 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PHP 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548" y="4658627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Fonctionnalités développées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Gestion des abonnements. 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Gestion des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coachs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Gestion des équipements. 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Administration des données.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54" y="1763027"/>
            <a:ext cx="4560146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414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BgRec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hevron 3"/>
          <p:cNvSpPr/>
          <p:nvPr/>
        </p:nvSpPr>
        <p:spPr>
          <a:xfrm>
            <a:off x="405865" y="277527"/>
            <a:ext cx="3785135" cy="914400"/>
          </a:xfrm>
          <a:prstGeom prst="chevron">
            <a:avLst/>
          </a:prstGeom>
          <a:solidFill>
            <a:srgbClr val="E9EF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fr-FR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Conclution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78719" y="2209800"/>
            <a:ext cx="723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Le projet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Fitness Pro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a permis de développer une application web dédiée à la gestion d'une salle de sport.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L'application facilite la gestion des abonnements, des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coachs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et des équipements grâce à une interface simple et intuitive.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Ce projet nous a permis de mettre en pratique les connaissances acquises en développement web et en conception de bases de données.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Il représente une expérience enrichissante et une base pour de futures améliorations.</a:t>
            </a:r>
          </a:p>
        </p:txBody>
      </p:sp>
    </p:spTree>
    <p:extLst>
      <p:ext uri="{BB962C8B-B14F-4D97-AF65-F5344CB8AC3E}">
        <p14:creationId xmlns:p14="http://schemas.microsoft.com/office/powerpoint/2010/main" val="55723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-786" y="15240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0" name="TitreMerci"/>
          <p:cNvSpPr/>
          <p:nvPr/>
        </p:nvSpPr>
        <p:spPr>
          <a:xfrm>
            <a:off x="381000" y="2209800"/>
            <a:ext cx="8229600" cy="76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fr-F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Merci de votre attention</a:t>
            </a:r>
          </a:p>
        </p:txBody>
      </p:sp>
      <p:sp>
        <p:nvSpPr>
          <p:cNvPr id="21" name="LigneRouge"/>
          <p:cNvSpPr/>
          <p:nvPr/>
        </p:nvSpPr>
        <p:spPr>
          <a:xfrm>
            <a:off x="3124200" y="3581400"/>
            <a:ext cx="2743200" cy="76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297</Words>
  <Application>Microsoft Office PowerPoint</Application>
  <PresentationFormat>Affichage à l'écran (4:3)</PresentationFormat>
  <Paragraphs>52</Paragraphs>
  <Slides>9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Solicode</dc:creator>
  <cp:lastModifiedBy>Solicode</cp:lastModifiedBy>
  <cp:revision>14</cp:revision>
  <dcterms:created xsi:type="dcterms:W3CDTF">2026-06-11T07:51:35Z</dcterms:created>
  <dcterms:modified xsi:type="dcterms:W3CDTF">2026-06-12T11:26:14Z</dcterms:modified>
</cp:coreProperties>
</file>